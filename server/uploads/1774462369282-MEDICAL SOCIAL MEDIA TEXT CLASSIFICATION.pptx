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1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11/29/2023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46831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11/29/2023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39202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48A87A34-81AB-432B-8DAE-1953F412C126}" type="datetimeFigureOut">
              <a:rPr lang="en-US" smtClean="0"/>
              <a:t>11/29/2023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US" dirty="0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47492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11/29/2023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52275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11/29/2023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12349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11/29/2023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33989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11/29/2023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0736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11/29/2023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75916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11/29/2023</a:t>
            </a:fld>
            <a:endParaRPr lang="en-US" dirty="0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18566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11/29/2023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60914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11/29/2023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59487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11/29/2023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67725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9" r:id="rId1"/>
    <p:sldLayoutId id="2147483720" r:id="rId2"/>
    <p:sldLayoutId id="2147483721" r:id="rId3"/>
    <p:sldLayoutId id="2147483722" r:id="rId4"/>
    <p:sldLayoutId id="2147483723" r:id="rId5"/>
    <p:sldLayoutId id="2147483724" r:id="rId6"/>
    <p:sldLayoutId id="2147483725" r:id="rId7"/>
    <p:sldLayoutId id="2147483726" r:id="rId8"/>
    <p:sldLayoutId id="2147483727" r:id="rId9"/>
    <p:sldLayoutId id="2147483728" r:id="rId10"/>
    <p:sldLayoutId id="214748372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30BEA5-40DF-4B29-1FF4-84115465560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MEDICAL SOCIAL MEDIA TEXT CLASSIFICATION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033FA96-AA36-4460-ADA2-D9D859F39E0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BASED ON IMPROVED CAPSULE NETWORK</a:t>
            </a:r>
          </a:p>
        </p:txBody>
      </p:sp>
    </p:spTree>
    <p:extLst>
      <p:ext uri="{BB962C8B-B14F-4D97-AF65-F5344CB8AC3E}">
        <p14:creationId xmlns:p14="http://schemas.microsoft.com/office/powerpoint/2010/main" val="15000143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72ACFE-A766-863E-0CE2-4131B40756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IN" dirty="0"/>
              <a:t>CONTENTS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3F0F86-2E82-5BED-41A3-9A6B1CAEBA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24612" y="1935921"/>
            <a:ext cx="10353762" cy="3695136"/>
          </a:xfrm>
        </p:spPr>
        <p:txBody>
          <a:bodyPr/>
          <a:lstStyle/>
          <a:p>
            <a:r>
              <a:rPr lang="en-IN" dirty="0"/>
              <a:t>Abstract</a:t>
            </a:r>
          </a:p>
          <a:p>
            <a:r>
              <a:rPr lang="en-IN" dirty="0"/>
              <a:t>Introduction</a:t>
            </a:r>
          </a:p>
          <a:p>
            <a:r>
              <a:rPr lang="en-IN" dirty="0"/>
              <a:t>Literature Survey</a:t>
            </a:r>
          </a:p>
          <a:p>
            <a:r>
              <a:rPr lang="en-IN" dirty="0"/>
              <a:t>Existing System </a:t>
            </a:r>
          </a:p>
          <a:p>
            <a:r>
              <a:rPr lang="en-IN" dirty="0"/>
              <a:t>Proposed System</a:t>
            </a:r>
          </a:p>
          <a:p>
            <a:r>
              <a:rPr lang="en-IN" dirty="0"/>
              <a:t>System Specifications</a:t>
            </a:r>
          </a:p>
          <a:p>
            <a:r>
              <a:rPr lang="en-IN" dirty="0"/>
              <a:t>Modules</a:t>
            </a:r>
          </a:p>
        </p:txBody>
      </p:sp>
    </p:spTree>
    <p:extLst>
      <p:ext uri="{BB962C8B-B14F-4D97-AF65-F5344CB8AC3E}">
        <p14:creationId xmlns:p14="http://schemas.microsoft.com/office/powerpoint/2010/main" val="10124703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18E513-18D4-FF5B-C403-B9C9E54326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u="sng" dirty="0"/>
              <a:t>ABSTRACT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4BECE98-B19C-C9B0-EA81-00F91A651F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IN" dirty="0"/>
              <a:t>In the medical field, Text Classification is based on Natural Language Process (NLP).</a:t>
            </a:r>
          </a:p>
          <a:p>
            <a:pPr algn="just"/>
            <a:r>
              <a:rPr lang="en-IN" dirty="0"/>
              <a:t>Capsule Network model for electronic medical record classification is proposed.</a:t>
            </a:r>
          </a:p>
          <a:p>
            <a:pPr algn="just"/>
            <a:r>
              <a:rPr lang="en-IN" dirty="0"/>
              <a:t>It relies on a unique routing structure to extract complex Chinese medical text features.</a:t>
            </a:r>
          </a:p>
          <a:p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60F6ECA-D6EE-8370-2E35-5637D01FA3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8077" y="4170492"/>
            <a:ext cx="3748960" cy="202914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E8AA0A4-658B-BF72-D326-8A4D10491F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6500" y="3904360"/>
            <a:ext cx="4080047" cy="2281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3605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0FDAF8-7F9C-9DAF-B5AA-3B1972B384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u="sng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0B607A-7147-7B66-037D-1D43150A32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499956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D50F86-393A-8F5A-9F50-6F00C000E8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u="sng" dirty="0"/>
              <a:t>LITERATURE</a:t>
            </a:r>
            <a:r>
              <a:rPr lang="en-IN" dirty="0"/>
              <a:t> </a:t>
            </a:r>
            <a:r>
              <a:rPr lang="en-IN" u="sng" dirty="0"/>
              <a:t>SURVEY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DC3919-FD93-E165-1176-DF680416D4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40865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440D6E-47DB-727A-8A97-0B8198BB68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u="sng" dirty="0"/>
              <a:t>Existing</a:t>
            </a:r>
            <a:r>
              <a:rPr lang="en-IN" dirty="0"/>
              <a:t> </a:t>
            </a:r>
            <a:r>
              <a:rPr lang="en-IN" u="sng" dirty="0"/>
              <a:t>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4D31A0-5ACA-D26F-3B6D-CB2132E8D5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85412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0DE64B-0724-351C-D5DE-94B94B21A8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u="sng" dirty="0"/>
              <a:t>Proposed</a:t>
            </a:r>
            <a:r>
              <a:rPr lang="en-IN" dirty="0"/>
              <a:t> </a:t>
            </a:r>
            <a:r>
              <a:rPr lang="en-IN" u="sng" dirty="0"/>
              <a:t>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891E07-FC6B-8724-5A81-77F9027F2E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41327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0962D9-6F68-6F0D-9CB7-A74D4A05FD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u="sng" dirty="0"/>
              <a:t>System</a:t>
            </a:r>
            <a:r>
              <a:rPr lang="en-IN" dirty="0"/>
              <a:t> </a:t>
            </a:r>
            <a:r>
              <a:rPr lang="en-IN" u="sng" dirty="0"/>
              <a:t>specifications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683EA2-EA45-557F-6312-7CB5D76A50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87993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BAD9FD-8B8E-238A-BB6B-6AD37CF5F4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u="sng" dirty="0"/>
              <a:t>modules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4B9C48-3D04-3BE6-556A-86608732E9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027005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TM03090434[[fn=Wood Type]]</Template>
  <TotalTime>188</TotalTime>
  <Words>75</Words>
  <Application>Microsoft Office PowerPoint</Application>
  <PresentationFormat>Widescreen</PresentationFormat>
  <Paragraphs>20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Rockwell</vt:lpstr>
      <vt:lpstr>Rockwell Condensed</vt:lpstr>
      <vt:lpstr>Wingdings</vt:lpstr>
      <vt:lpstr>Wood Type</vt:lpstr>
      <vt:lpstr>MEDICAL SOCIAL MEDIA TEXT CLASSIFICATION</vt:lpstr>
      <vt:lpstr>CONTENTS</vt:lpstr>
      <vt:lpstr>ABSTRACT</vt:lpstr>
      <vt:lpstr>INTRODUCTION</vt:lpstr>
      <vt:lpstr>LITERATURE SURVEY</vt:lpstr>
      <vt:lpstr>Existing system</vt:lpstr>
      <vt:lpstr>Proposed system</vt:lpstr>
      <vt:lpstr>System specifications</vt:lpstr>
      <vt:lpstr>modules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MEDICAL SOCIAL MEDIA TEXT CLASSIFICATION</dc:title>
  <dc:creator>SWARANJITH GOUD</dc:creator>
  <cp:lastModifiedBy>SWARANJITH GOUD</cp:lastModifiedBy>
  <cp:revision>1</cp:revision>
  <dcterms:created xsi:type="dcterms:W3CDTF">2023-11-29T10:51:47Z</dcterms:created>
  <dcterms:modified xsi:type="dcterms:W3CDTF">2023-11-29T14:00:38Z</dcterms:modified>
</cp:coreProperties>
</file>